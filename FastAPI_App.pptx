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44" r:id="rId1"/>
  </p:sldMasterIdLst>
  <p:sldIdLst>
    <p:sldId id="256" r:id="rId2"/>
    <p:sldId id="258" r:id="rId3"/>
  </p:sldIdLst>
  <p:sldSz cx="9144000" cy="6858000" type="screen4x3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660"/>
  </p:normalViewPr>
  <p:slideViewPr>
    <p:cSldViewPr>
      <p:cViewPr>
        <p:scale>
          <a:sx n="100" d="100"/>
          <a:sy n="100" d="100"/>
        </p:scale>
        <p:origin x="-516" y="2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98FFCA9-548A-4F12-8046-46EAF7E926FB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he-IL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041ED16-3256-478A-BE62-1AF055CF45E9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98FFCA9-548A-4F12-8046-46EAF7E926FB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041ED16-3256-478A-BE62-1AF055CF45E9}" type="slidenum">
              <a:rPr lang="he-IL" smtClean="0"/>
              <a:t>‹#›</a:t>
            </a:fld>
            <a:endParaRPr lang="he-IL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98FFCA9-548A-4F12-8046-46EAF7E926FB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041ED16-3256-478A-BE62-1AF055CF45E9}" type="slidenum">
              <a:rPr lang="he-IL" smtClean="0"/>
              <a:t>‹#›</a:t>
            </a:fld>
            <a:endParaRPr lang="he-IL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98FFCA9-548A-4F12-8046-46EAF7E926FB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041ED16-3256-478A-BE62-1AF055CF45E9}" type="slidenum">
              <a:rPr lang="he-IL" smtClean="0"/>
              <a:t>‹#›</a:t>
            </a:fld>
            <a:endParaRPr lang="he-IL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98FFCA9-548A-4F12-8046-46EAF7E926FB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041ED16-3256-478A-BE62-1AF055CF45E9}" type="slidenum">
              <a:rPr lang="he-IL" smtClean="0"/>
              <a:t>‹#›</a:t>
            </a:fld>
            <a:endParaRPr lang="he-IL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98FFCA9-548A-4F12-8046-46EAF7E926FB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041ED16-3256-478A-BE62-1AF055CF45E9}" type="slidenum">
              <a:rPr lang="he-IL" smtClean="0"/>
              <a:t>‹#›</a:t>
            </a:fld>
            <a:endParaRPr lang="he-IL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98FFCA9-548A-4F12-8046-46EAF7E926FB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041ED16-3256-478A-BE62-1AF055CF45E9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B98FFCA9-548A-4F12-8046-46EAF7E926FB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041ED16-3256-478A-BE62-1AF055CF45E9}" type="slidenum">
              <a:rPr lang="he-IL" smtClean="0"/>
              <a:t>‹#›</a:t>
            </a:fld>
            <a:endParaRPr lang="he-IL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98FFCA9-548A-4F12-8046-46EAF7E926FB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041ED16-3256-478A-BE62-1AF055CF45E9}" type="slidenum">
              <a:rPr lang="he-IL" smtClean="0"/>
              <a:t>‹#›</a:t>
            </a:fld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98FFCA9-548A-4F12-8046-46EAF7E926FB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041ED16-3256-478A-BE62-1AF055CF45E9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98FFCA9-548A-4F12-8046-46EAF7E926FB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041ED16-3256-478A-BE62-1AF055CF45E9}" type="slidenum">
              <a:rPr lang="he-IL" smtClean="0"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98FFCA9-548A-4F12-8046-46EAF7E926FB}" type="datetimeFigureOut">
              <a:rPr lang="he-IL" smtClean="0"/>
              <a:t>ד'/טבת/תשפ"ו</a:t>
            </a:fld>
            <a:endParaRPr lang="he-IL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he-IL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6041ED16-3256-478A-BE62-1AF055CF45E9}" type="slidenum">
              <a:rPr lang="he-IL" smtClean="0"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1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r" rtl="1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r" rtl="1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r" rtl="1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r" rtl="1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r" rtl="1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r" rtl="1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r" rtl="1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r" rtl="1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r" rtl="1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Docker</a:t>
            </a:r>
            <a:endParaRPr lang="he-IL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81200" y="4038600"/>
            <a:ext cx="6172200" cy="685800"/>
          </a:xfrm>
        </p:spPr>
        <p:txBody>
          <a:bodyPr/>
          <a:lstStyle/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634838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52400" y="304800"/>
            <a:ext cx="7543800" cy="7810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1" eaLnBrk="1" latinLnBrk="0" hangingPunct="1">
              <a:spcBef>
                <a:spcPct val="0"/>
              </a:spcBef>
              <a:buNone/>
              <a:defRPr sz="49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200" smtClean="0"/>
              <a:t>Optimize Docker image size</a:t>
            </a:r>
            <a:endParaRPr lang="he-IL" sz="3200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304800" y="695325"/>
            <a:ext cx="8153400" cy="396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74320" indent="-256032" algn="r" defTabSz="914400" rtl="1" eaLnBrk="1" latinLnBrk="0" hangingPunct="1">
              <a:spcBef>
                <a:spcPct val="20000"/>
              </a:spcBef>
              <a:spcAft>
                <a:spcPts val="0"/>
              </a:spcAft>
              <a:buSzPct val="60000"/>
              <a:buFont typeface="Wingdings" pitchFamily="2" charset="2"/>
              <a:buChar char=""/>
              <a:defRPr sz="21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40080" indent="-256032" algn="r" defTabSz="914400" rtl="1" eaLnBrk="1" latinLnBrk="0" hangingPunct="1">
              <a:spcBef>
                <a:spcPct val="20000"/>
              </a:spcBef>
              <a:buSzPct val="60000"/>
              <a:buFont typeface="Wingdings" pitchFamily="2" charset="2"/>
              <a:buChar char=""/>
              <a:defRPr sz="19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05840" indent="-256032" algn="r" defTabSz="914400" rtl="1" eaLnBrk="1" latinLnBrk="0" hangingPunct="1">
              <a:spcBef>
                <a:spcPct val="20000"/>
              </a:spcBef>
              <a:buSzPct val="60000"/>
              <a:buFont typeface="Wingdings" pitchFamily="2" charset="2"/>
              <a:buChar char=""/>
              <a:defRPr sz="17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-256032" algn="r" defTabSz="914400" rtl="1" eaLnBrk="1" latinLnBrk="0" hangingPunct="1">
              <a:spcBef>
                <a:spcPct val="20000"/>
              </a:spcBef>
              <a:buSzPct val="60000"/>
              <a:buFont typeface="Wingdings" pitchFamily="2" charset="2"/>
              <a:buChar char=""/>
              <a:defRPr sz="16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45920" indent="-256032" algn="r" defTabSz="914400" rtl="1" eaLnBrk="1" latinLnBrk="0" hangingPunct="1">
              <a:spcBef>
                <a:spcPct val="20000"/>
              </a:spcBef>
              <a:buSzPct val="60000"/>
              <a:buFont typeface="Wingdings" pitchFamily="2" charset="2"/>
              <a:buChar char=""/>
              <a:defRPr sz="1500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1965960" indent="-256032" algn="r" defTabSz="914400" rtl="1" eaLnBrk="1" latinLnBrk="0" hangingPunct="1">
              <a:spcBef>
                <a:spcPct val="20000"/>
              </a:spcBef>
              <a:buSzPct val="60000"/>
              <a:buFont typeface="Wingdings" pitchFamily="2" charset="2"/>
              <a:buChar char=""/>
              <a:defRPr sz="1400" kern="1200">
                <a:solidFill>
                  <a:schemeClr val="tx1"/>
                </a:solidFill>
                <a:effectLst>
                  <a:outerShdw blurRad="38100" dist="38100" dir="2700000" algn="ctr" rotWithShape="0">
                    <a:srgbClr val="000000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240280" indent="-256032" algn="r" defTabSz="914400" rtl="1" eaLnBrk="1" latinLnBrk="0" hangingPunct="1">
              <a:spcBef>
                <a:spcPct val="20000"/>
              </a:spcBef>
              <a:buSzPct val="60000"/>
              <a:buFont typeface="Wingdings" pitchFamily="2" charset="2"/>
              <a:buChar char=""/>
              <a:defRPr sz="1400" kern="1200">
                <a:solidFill>
                  <a:schemeClr val="tx1"/>
                </a:solidFill>
                <a:effectLst>
                  <a:outerShdw blurRad="38100" dist="38100" dir="2700000" algn="ctr" rotWithShape="0">
                    <a:srgbClr val="000000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2514600" indent="-256032" algn="r" defTabSz="914400" rtl="1" eaLnBrk="1" latinLnBrk="0" hangingPunct="1">
              <a:spcBef>
                <a:spcPct val="20000"/>
              </a:spcBef>
              <a:buSzPct val="60000"/>
              <a:buFont typeface="Wingdings" pitchFamily="2" charset="2"/>
              <a:buChar char=""/>
              <a:defRPr sz="1400" kern="1200">
                <a:solidFill>
                  <a:schemeClr val="tx1"/>
                </a:solidFill>
                <a:effectLst>
                  <a:outerShdw blurRad="38100" dist="38100" dir="2700000" algn="ctr" rotWithShape="0">
                    <a:srgbClr val="000000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2834640" indent="-256032" algn="r" defTabSz="914400" rtl="1" eaLnBrk="1" latinLnBrk="0" hangingPunct="1">
              <a:spcBef>
                <a:spcPct val="20000"/>
              </a:spcBef>
              <a:buSzPct val="60000"/>
              <a:buFont typeface="Wingdings" pitchFamily="2" charset="2"/>
              <a:buChar char=""/>
              <a:defRPr sz="1400" kern="1200">
                <a:solidFill>
                  <a:schemeClr val="tx1"/>
                </a:solidFill>
                <a:effectLst>
                  <a:outerShdw blurRad="38100" dist="38100" dir="2700000" algn="ctr" rotWithShape="0">
                    <a:srgbClr val="000000">
                      <a:alpha val="43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 rtl="0">
              <a:buFont typeface="Arial" pitchFamily="34" charset="0"/>
              <a:buChar char="•"/>
            </a:pPr>
            <a:r>
              <a:rPr lang="en-US" sz="1400" b="1" dirty="0" smtClean="0">
                <a:latin typeface="Arial Rounded MT Bold" pitchFamily="34" charset="0"/>
                <a:cs typeface="Aharoni" pitchFamily="2" charset="-79"/>
              </a:rPr>
              <a:t>FROM </a:t>
            </a:r>
            <a:r>
              <a:rPr lang="en-US" sz="1400" b="1" i="1" dirty="0" smtClean="0">
                <a:latin typeface="Arial Rounded MT Bold" pitchFamily="34" charset="0"/>
                <a:cs typeface="Aharoni" pitchFamily="2" charset="-79"/>
              </a:rPr>
              <a:t>python:3.11-slim  - </a:t>
            </a:r>
            <a:r>
              <a:rPr lang="en-US" sz="1400" dirty="0" smtClean="0">
                <a:latin typeface="Arial Rounded MT Bold" pitchFamily="34" charset="0"/>
                <a:cs typeface="Aharoni" pitchFamily="2" charset="-79"/>
              </a:rPr>
              <a:t>is optimized for production. It removes unnecessary tools and files, resulting in a much smaller image (often &lt;150MB). This makes your deployments faster and cheaper.</a:t>
            </a:r>
          </a:p>
          <a:p>
            <a:pPr marL="342900" indent="-342900" algn="l" rtl="0">
              <a:buFont typeface="Arial" pitchFamily="34" charset="0"/>
              <a:buChar char="•"/>
            </a:pPr>
            <a:r>
              <a:rPr lang="en-US" sz="1400" b="1" dirty="0" smtClean="0">
                <a:latin typeface="Arial Rounded MT Bold" pitchFamily="34" charset="0"/>
                <a:cs typeface="Aharoni" pitchFamily="2" charset="-79"/>
              </a:rPr>
              <a:t>RUN </a:t>
            </a:r>
            <a:r>
              <a:rPr lang="en-US" sz="1400" dirty="0" smtClean="0">
                <a:latin typeface="Arial Rounded MT Bold" pitchFamily="34" charset="0"/>
                <a:cs typeface="Aharoni" pitchFamily="2" charset="-79"/>
              </a:rPr>
              <a:t> … </a:t>
            </a:r>
            <a:r>
              <a:rPr lang="en-US" sz="1400" i="1" dirty="0">
                <a:latin typeface="Arial Rounded MT Bold" pitchFamily="34" charset="0"/>
                <a:cs typeface="Aharoni" pitchFamily="2" charset="-79"/>
              </a:rPr>
              <a:t>--no-install- </a:t>
            </a:r>
            <a:r>
              <a:rPr lang="en-US" sz="1400" i="1" dirty="0" smtClean="0">
                <a:latin typeface="Arial Rounded MT Bold" pitchFamily="34" charset="0"/>
                <a:cs typeface="Aharoni" pitchFamily="2" charset="-79"/>
              </a:rPr>
              <a:t>recommends </a:t>
            </a:r>
            <a:r>
              <a:rPr lang="en-US" sz="1400" dirty="0" smtClean="0">
                <a:latin typeface="Arial Rounded MT Bold" pitchFamily="34" charset="0"/>
                <a:cs typeface="Aharoni" pitchFamily="2" charset="-79"/>
              </a:rPr>
              <a:t>– the commend install only what is </a:t>
            </a:r>
            <a:r>
              <a:rPr lang="en-US" sz="1400" dirty="0" err="1" smtClean="0">
                <a:latin typeface="Arial Rounded MT Bold" pitchFamily="34" charset="0"/>
                <a:cs typeface="Aharoni" pitchFamily="2" charset="-79"/>
              </a:rPr>
              <a:t>stricly</a:t>
            </a:r>
            <a:r>
              <a:rPr lang="en-US" sz="1400" dirty="0" smtClean="0">
                <a:latin typeface="Arial Rounded MT Bold" pitchFamily="34" charset="0"/>
                <a:cs typeface="Aharoni" pitchFamily="2" charset="-79"/>
              </a:rPr>
              <a:t> </a:t>
            </a:r>
            <a:r>
              <a:rPr lang="en-US" sz="1400" dirty="0" err="1" smtClean="0">
                <a:latin typeface="Arial Rounded MT Bold" pitchFamily="34" charset="0"/>
                <a:cs typeface="Aharoni" pitchFamily="2" charset="-79"/>
              </a:rPr>
              <a:t>requierd</a:t>
            </a:r>
            <a:r>
              <a:rPr lang="en-US" sz="1400" dirty="0" smtClean="0">
                <a:latin typeface="Arial Rounded MT Bold" pitchFamily="34" charset="0"/>
                <a:cs typeface="Aharoni" pitchFamily="2" charset="-79"/>
              </a:rPr>
              <a:t>, to keep smaller image.</a:t>
            </a:r>
          </a:p>
          <a:p>
            <a:pPr marL="342900" lvl="1" indent="-342900" algn="l" rtl="0">
              <a:buFont typeface="Arial" pitchFamily="34" charset="0"/>
              <a:buChar char="•"/>
            </a:pPr>
            <a:r>
              <a:rPr lang="en-US" sz="1400" i="1" dirty="0" err="1">
                <a:latin typeface="Arial Rounded MT Bold" pitchFamily="34" charset="0"/>
                <a:cs typeface="Aharoni" pitchFamily="2" charset="-79"/>
              </a:rPr>
              <a:t>rm</a:t>
            </a:r>
            <a:r>
              <a:rPr lang="en-US" sz="1400" i="1" dirty="0">
                <a:latin typeface="Arial Rounded MT Bold" pitchFamily="34" charset="0"/>
                <a:cs typeface="Aharoni" pitchFamily="2" charset="-79"/>
              </a:rPr>
              <a:t> -</a:t>
            </a:r>
            <a:r>
              <a:rPr lang="en-US" sz="1400" i="1" dirty="0" err="1">
                <a:latin typeface="Arial Rounded MT Bold" pitchFamily="34" charset="0"/>
                <a:cs typeface="Aharoni" pitchFamily="2" charset="-79"/>
              </a:rPr>
              <a:t>rf</a:t>
            </a:r>
            <a:r>
              <a:rPr lang="en-US" sz="1400" i="1" dirty="0">
                <a:latin typeface="Arial Rounded MT Bold" pitchFamily="34" charset="0"/>
                <a:cs typeface="Aharoni" pitchFamily="2" charset="-79"/>
              </a:rPr>
              <a:t> /</a:t>
            </a:r>
            <a:r>
              <a:rPr lang="en-US" sz="1400" i="1" dirty="0" err="1">
                <a:latin typeface="Arial Rounded MT Bold" pitchFamily="34" charset="0"/>
                <a:cs typeface="Aharoni" pitchFamily="2" charset="-79"/>
              </a:rPr>
              <a:t>var</a:t>
            </a:r>
            <a:r>
              <a:rPr lang="en-US" sz="1400" i="1" dirty="0">
                <a:latin typeface="Arial Rounded MT Bold" pitchFamily="34" charset="0"/>
                <a:cs typeface="Aharoni" pitchFamily="2" charset="-79"/>
              </a:rPr>
              <a:t>/lib/apt/lists</a:t>
            </a:r>
            <a:r>
              <a:rPr lang="en-US" sz="1400" i="1" dirty="0" smtClean="0">
                <a:latin typeface="Arial Rounded MT Bold" pitchFamily="34" charset="0"/>
                <a:cs typeface="Aharoni" pitchFamily="2" charset="-79"/>
              </a:rPr>
              <a:t>/* </a:t>
            </a:r>
            <a:r>
              <a:rPr lang="en-US" sz="1400" dirty="0" smtClean="0">
                <a:latin typeface="Arial Rounded MT Bold" pitchFamily="34" charset="0"/>
                <a:cs typeface="Aharoni" pitchFamily="2" charset="-79"/>
              </a:rPr>
              <a:t>- delete cached metadata, frees up MBs</a:t>
            </a:r>
            <a:endParaRPr lang="he-IL" sz="1400" i="1" dirty="0">
              <a:latin typeface="Arial Rounded MT Bold" pitchFamily="34" charset="0"/>
              <a:cs typeface="Aharoni" pitchFamily="2" charset="-79"/>
            </a:endParaRPr>
          </a:p>
          <a:p>
            <a:pPr marL="342900" indent="-342900" algn="l" rtl="0">
              <a:buFont typeface="Arial" pitchFamily="34" charset="0"/>
              <a:buChar char="•"/>
            </a:pPr>
            <a:endParaRPr lang="en-US" sz="1400" dirty="0" smtClean="0">
              <a:latin typeface="Arial Rounded MT Bold" pitchFamily="34" charset="0"/>
              <a:cs typeface="Aharoni" pitchFamily="2" charset="-79"/>
            </a:endParaRPr>
          </a:p>
          <a:p>
            <a:pPr marL="708660" lvl="1" indent="-342900" algn="l" rtl="0">
              <a:buFont typeface="Arial" pitchFamily="34" charset="0"/>
              <a:buChar char="•"/>
            </a:pPr>
            <a:r>
              <a:rPr lang="en-US" dirty="0">
                <a:latin typeface="Arial Rounded MT Bold" pitchFamily="34" charset="0"/>
                <a:cs typeface="Aharoni" pitchFamily="2" charset="-79"/>
              </a:rPr>
              <a:t>RUN </a:t>
            </a:r>
            <a:r>
              <a:rPr lang="en-US" i="1" dirty="0">
                <a:latin typeface="Arial Rounded MT Bold" pitchFamily="34" charset="0"/>
                <a:cs typeface="Aharoni" pitchFamily="2" charset="-79"/>
              </a:rPr>
              <a:t>apt-get update &amp;&amp; apt-get install -y --</a:t>
            </a:r>
            <a:r>
              <a:rPr lang="en-US" i="1" dirty="0" smtClean="0">
                <a:latin typeface="Arial Rounded MT Bold" pitchFamily="34" charset="0"/>
                <a:cs typeface="Aharoni" pitchFamily="2" charset="-79"/>
              </a:rPr>
              <a:t>no-install- recommends \    </a:t>
            </a:r>
            <a:r>
              <a:rPr lang="en-US" i="1" dirty="0" err="1">
                <a:latin typeface="Arial Rounded MT Bold" pitchFamily="34" charset="0"/>
                <a:cs typeface="Aharoni" pitchFamily="2" charset="-79"/>
              </a:rPr>
              <a:t>gcc</a:t>
            </a:r>
            <a:r>
              <a:rPr lang="en-US" i="1" dirty="0">
                <a:latin typeface="Arial Rounded MT Bold" pitchFamily="34" charset="0"/>
                <a:cs typeface="Aharoni" pitchFamily="2" charset="-79"/>
              </a:rPr>
              <a:t> </a:t>
            </a:r>
            <a:r>
              <a:rPr lang="en-US" i="1" dirty="0" smtClean="0">
                <a:latin typeface="Arial Rounded MT Bold" pitchFamily="34" charset="0"/>
                <a:cs typeface="Aharoni" pitchFamily="2" charset="-79"/>
              </a:rPr>
              <a:t>\    </a:t>
            </a:r>
            <a:r>
              <a:rPr lang="en-US" i="1" dirty="0">
                <a:latin typeface="Arial Rounded MT Bold" pitchFamily="34" charset="0"/>
                <a:cs typeface="Aharoni" pitchFamily="2" charset="-79"/>
              </a:rPr>
              <a:t>&amp;&amp; </a:t>
            </a:r>
            <a:r>
              <a:rPr lang="en-US" i="1" dirty="0" err="1">
                <a:latin typeface="Arial Rounded MT Bold" pitchFamily="34" charset="0"/>
                <a:cs typeface="Aharoni" pitchFamily="2" charset="-79"/>
              </a:rPr>
              <a:t>rm</a:t>
            </a:r>
            <a:r>
              <a:rPr lang="en-US" i="1" dirty="0">
                <a:latin typeface="Arial Rounded MT Bold" pitchFamily="34" charset="0"/>
                <a:cs typeface="Aharoni" pitchFamily="2" charset="-79"/>
              </a:rPr>
              <a:t> -</a:t>
            </a:r>
            <a:r>
              <a:rPr lang="en-US" i="1" dirty="0" err="1">
                <a:latin typeface="Arial Rounded MT Bold" pitchFamily="34" charset="0"/>
                <a:cs typeface="Aharoni" pitchFamily="2" charset="-79"/>
              </a:rPr>
              <a:t>rf</a:t>
            </a:r>
            <a:r>
              <a:rPr lang="en-US" i="1" dirty="0">
                <a:latin typeface="Arial Rounded MT Bold" pitchFamily="34" charset="0"/>
                <a:cs typeface="Aharoni" pitchFamily="2" charset="-79"/>
              </a:rPr>
              <a:t> /</a:t>
            </a:r>
            <a:r>
              <a:rPr lang="en-US" i="1" dirty="0" err="1">
                <a:latin typeface="Arial Rounded MT Bold" pitchFamily="34" charset="0"/>
                <a:cs typeface="Aharoni" pitchFamily="2" charset="-79"/>
              </a:rPr>
              <a:t>var</a:t>
            </a:r>
            <a:r>
              <a:rPr lang="en-US" i="1" dirty="0">
                <a:latin typeface="Arial Rounded MT Bold" pitchFamily="34" charset="0"/>
                <a:cs typeface="Aharoni" pitchFamily="2" charset="-79"/>
              </a:rPr>
              <a:t>/lib/apt/lists/*</a:t>
            </a:r>
            <a:endParaRPr lang="he-IL" i="1" dirty="0">
              <a:latin typeface="Arial Rounded MT Bold" pitchFamily="34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387329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1379</TotalTime>
  <Words>94</Words>
  <Application>Microsoft Office PowerPoint</Application>
  <PresentationFormat>On-screen Show (4:3)</PresentationFormat>
  <Paragraphs>7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Concourse</vt:lpstr>
      <vt:lpstr>Docker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</dc:title>
  <dc:creator>ori</dc:creator>
  <cp:lastModifiedBy>ori</cp:lastModifiedBy>
  <cp:revision>4</cp:revision>
  <dcterms:created xsi:type="dcterms:W3CDTF">2025-12-21T14:52:13Z</dcterms:created>
  <dcterms:modified xsi:type="dcterms:W3CDTF">2025-12-24T16:08:29Z</dcterms:modified>
</cp:coreProperties>
</file>