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732" r:id="rId1"/>
  </p:sldMasterIdLst>
  <p:sldIdLst>
    <p:sldId id="256" r:id="rId2"/>
    <p:sldId id="258" r:id="rId3"/>
  </p:sldIdLst>
  <p:sldSz cx="9144000" cy="6858000" type="screen4x3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4380"/>
    <p:restoredTop sz="94660"/>
  </p:normalViewPr>
  <p:slideViewPr>
    <p:cSldViewPr>
      <p:cViewPr varScale="1">
        <p:scale>
          <a:sx n="110" d="100"/>
          <a:sy n="110" d="100"/>
        </p:scale>
        <p:origin x="-1692" y="-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1828800" y="3159760"/>
            <a:ext cx="457200" cy="1034129"/>
          </a:xfrm>
          <a:prstGeom prst="rect">
            <a:avLst/>
          </a:prstGeom>
          <a:noFill/>
        </p:spPr>
        <p:txBody>
          <a:bodyPr wrap="square" lIns="0" tIns="9144" rIns="0" bIns="9144" rtlCol="0" anchor="ctr" anchorCtr="0">
            <a:spAutoFit/>
          </a:bodyPr>
          <a:lstStyle/>
          <a:p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{</a:t>
            </a:r>
            <a:endParaRPr lang="en-US" sz="6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77240" y="1219200"/>
            <a:ext cx="7543800" cy="2152650"/>
          </a:xfrm>
        </p:spPr>
        <p:txBody>
          <a:bodyPr>
            <a:no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33600" y="3375491"/>
            <a:ext cx="6172200" cy="685800"/>
          </a:xfrm>
        </p:spPr>
        <p:txBody>
          <a:bodyPr anchor="ctr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FFCA9-548A-4F12-8046-46EAF7E926FB}" type="datetimeFigureOut">
              <a:rPr lang="he-IL" smtClean="0"/>
              <a:t>א'/טבת/תשפ"ו</a:t>
            </a:fld>
            <a:endParaRPr lang="he-IL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041ED16-3256-478A-BE62-1AF055CF45E9}" type="slidenum">
              <a:rPr lang="he-IL" smtClean="0"/>
              <a:t>‹#›</a:t>
            </a:fld>
            <a:endParaRPr lang="he-IL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he-IL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FFCA9-548A-4F12-8046-46EAF7E926FB}" type="datetimeFigureOut">
              <a:rPr lang="he-IL" smtClean="0"/>
              <a:t>א'/טבת/תשפ"ו</a:t>
            </a:fld>
            <a:endParaRPr lang="he-IL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041ED16-3256-478A-BE62-1AF055CF45E9}" type="slidenum">
              <a:rPr lang="he-IL" smtClean="0"/>
              <a:t>‹#›</a:t>
            </a:fld>
            <a:endParaRPr lang="he-IL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he-IL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4267200" y="4074497"/>
            <a:ext cx="457200" cy="1015663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{</a:t>
            </a:r>
            <a:endParaRPr lang="en-US" sz="6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0" y="4267368"/>
            <a:ext cx="3733800" cy="731520"/>
          </a:xfrm>
        </p:spPr>
        <p:txBody>
          <a:bodyPr anchor="ctr"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FFCA9-548A-4F12-8046-46EAF7E926FB}" type="datetimeFigureOut">
              <a:rPr lang="he-IL" smtClean="0"/>
              <a:t>א'/טבת/תשפ"ו</a:t>
            </a:fld>
            <a:endParaRPr lang="he-IL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041ED16-3256-478A-BE62-1AF055CF45E9}" type="slidenum">
              <a:rPr lang="he-IL" smtClean="0"/>
              <a:t>‹#›</a:t>
            </a:fld>
            <a:endParaRPr lang="he-IL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286000" y="1905000"/>
            <a:ext cx="6035040" cy="2350008"/>
          </a:xfrm>
        </p:spPr>
        <p:txBody>
          <a:bodyPr/>
          <a:lstStyle>
            <a:lvl1pPr marL="0" algn="l" defTabSz="914400" rtl="0" eaLnBrk="1" latinLnBrk="0" hangingPunct="1">
              <a:spcBef>
                <a:spcPct val="0"/>
              </a:spcBef>
              <a:buNone/>
              <a:defRPr lang="en-US" sz="5400" b="0" kern="1200" cap="none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FFCA9-548A-4F12-8046-46EAF7E926FB}" type="datetimeFigureOut">
              <a:rPr lang="he-IL" smtClean="0"/>
              <a:t>א'/טבת/תשפ"ו</a:t>
            </a:fld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041ED16-3256-478A-BE62-1AF055CF45E9}" type="slidenum">
              <a:rPr lang="he-IL" smtClean="0"/>
              <a:t>‹#›</a:t>
            </a:fld>
            <a:endParaRPr lang="he-IL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3"/>
          </p:nvPr>
        </p:nvSpPr>
        <p:spPr>
          <a:xfrm>
            <a:off x="1344168" y="658368"/>
            <a:ext cx="3273552" cy="3429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4"/>
          </p:nvPr>
        </p:nvSpPr>
        <p:spPr>
          <a:xfrm>
            <a:off x="5029200" y="658368"/>
            <a:ext cx="3273552" cy="34321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41120" y="661976"/>
            <a:ext cx="3273552" cy="639762"/>
          </a:xfrm>
        </p:spPr>
        <p:txBody>
          <a:bodyPr anchor="ctr">
            <a:noAutofit/>
          </a:bodyPr>
          <a:lstStyle>
            <a:lvl1pPr marL="0" indent="0">
              <a:buNone/>
              <a:defRPr sz="2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44168" y="1371600"/>
            <a:ext cx="3276600" cy="2743200"/>
          </a:xfrm>
        </p:spPr>
        <p:txBody>
          <a:bodyPr anchor="t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29200" y="661976"/>
            <a:ext cx="3273552" cy="639762"/>
          </a:xfrm>
        </p:spPr>
        <p:txBody>
          <a:bodyPr anchor="ctr">
            <a:noAutofit/>
          </a:bodyPr>
          <a:lstStyle>
            <a:lvl1pPr marL="0" indent="0">
              <a:buNone/>
              <a:defRPr sz="2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29200" y="1371600"/>
            <a:ext cx="3273552" cy="2743200"/>
          </a:xfrm>
        </p:spPr>
        <p:txBody>
          <a:bodyPr anchor="t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56640" y="520192"/>
            <a:ext cx="457200" cy="92333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en-US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{</a:t>
            </a:r>
            <a:endParaRPr lang="en-US" sz="6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780280" y="520192"/>
            <a:ext cx="457200" cy="92333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en-US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{</a:t>
            </a:r>
            <a:endParaRPr lang="en-US" sz="6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FFCA9-548A-4F12-8046-46EAF7E926FB}" type="datetimeFigureOut">
              <a:rPr lang="he-IL" smtClean="0"/>
              <a:t>א'/טבת/תשפ"ו</a:t>
            </a:fld>
            <a:endParaRPr lang="he-IL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041ED16-3256-478A-BE62-1AF055CF45E9}" type="slidenum">
              <a:rPr lang="he-IL" smtClean="0"/>
              <a:t>‹#›</a:t>
            </a:fld>
            <a:endParaRPr lang="he-IL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he-IL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FFCA9-548A-4F12-8046-46EAF7E926FB}" type="datetimeFigureOut">
              <a:rPr lang="he-IL" smtClean="0"/>
              <a:t>א'/טבת/תשפ"ו</a:t>
            </a:fld>
            <a:endParaRPr lang="he-IL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041ED16-3256-478A-BE62-1AF055CF45E9}" type="slidenum">
              <a:rPr lang="he-IL" smtClean="0"/>
              <a:t>‹#›</a:t>
            </a:fld>
            <a:endParaRPr lang="he-IL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he-IL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FFCA9-548A-4F12-8046-46EAF7E926FB}" type="datetimeFigureOut">
              <a:rPr lang="he-IL" smtClean="0"/>
              <a:t>א'/טבת/תשפ"ו</a:t>
            </a:fld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041ED16-3256-478A-BE62-1AF055CF45E9}" type="slidenum">
              <a:rPr lang="he-IL" smtClean="0"/>
              <a:t>‹#›</a:t>
            </a:fld>
            <a:endParaRPr lang="he-IL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he-IL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5328920" y="1774588"/>
            <a:ext cx="457200" cy="123110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en-US" sz="8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{</a:t>
            </a:r>
            <a:endParaRPr lang="en-US" sz="8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1"/>
            <a:ext cx="4343400" cy="3429000"/>
          </a:xfrm>
        </p:spPr>
        <p:txBody>
          <a:bodyPr anchor="ctr"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15000" y="685801"/>
            <a:ext cx="2590800" cy="3429000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FFCA9-548A-4F12-8046-46EAF7E926FB}" type="datetimeFigureOut">
              <a:rPr lang="he-IL" smtClean="0"/>
              <a:t>א'/טבת/תשפ"ו</a:t>
            </a:fld>
            <a:endParaRPr lang="he-IL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041ED16-3256-478A-BE62-1AF055CF45E9}" type="slidenum">
              <a:rPr lang="he-IL" smtClean="0"/>
              <a:t>‹#›</a:t>
            </a:fld>
            <a:endParaRPr lang="he-IL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219200" y="612775"/>
            <a:ext cx="6705600" cy="2546985"/>
          </a:xfrm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743200" y="3453047"/>
            <a:ext cx="5029200" cy="720804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35352" y="3331464"/>
            <a:ext cx="457200" cy="92333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en-US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{</a:t>
            </a:r>
            <a:endParaRPr lang="en-US" sz="6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FFCA9-548A-4F12-8046-46EAF7E926FB}" type="datetimeFigureOut">
              <a:rPr lang="he-IL" smtClean="0"/>
              <a:t>א'/טבת/תשפ"ו</a:t>
            </a:fld>
            <a:endParaRPr lang="he-IL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041ED16-3256-478A-BE62-1AF055CF45E9}" type="slidenum">
              <a:rPr lang="he-IL" smtClean="0"/>
              <a:t>‹#›</a:t>
            </a:fld>
            <a:endParaRPr lang="he-IL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he-IL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133600" y="685801"/>
            <a:ext cx="5791200" cy="3505199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FFCA9-548A-4F12-8046-46EAF7E926FB}" type="datetimeFigureOut">
              <a:rPr lang="he-IL" smtClean="0"/>
              <a:t>א'/טבת/תשפ"ו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1ED16-3256-478A-BE62-1AF055CF45E9}" type="slidenum">
              <a:rPr lang="he-IL" smtClean="0"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09600" y="609601"/>
            <a:ext cx="2133600" cy="51816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95600" y="685801"/>
            <a:ext cx="5029200" cy="4572000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FFCA9-548A-4F12-8046-46EAF7E926FB}" type="datetimeFigureOut">
              <a:rPr lang="he-IL" smtClean="0"/>
              <a:t>א'/טבת/תשפ"ו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1ED16-3256-478A-BE62-1AF055CF45E9}" type="slidenum">
              <a:rPr lang="he-IL" smtClean="0"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0">
                <a:schemeClr val="accent6">
                  <a:lumMod val="50000"/>
                  <a:alpha val="36000"/>
                </a:schemeClr>
              </a:gs>
              <a:gs pos="100000">
                <a:schemeClr val="bg2">
                  <a:alpha val="1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 rot="19724275">
            <a:off x="1373221" y="1038440"/>
            <a:ext cx="7240620" cy="5706987"/>
          </a:xfrm>
          <a:prstGeom prst="ellipse">
            <a:avLst/>
          </a:prstGeom>
          <a:gradFill flip="none" rotWithShape="1">
            <a:gsLst>
              <a:gs pos="0">
                <a:schemeClr val="accent6">
                  <a:lumMod val="60000"/>
                  <a:lumOff val="40000"/>
                  <a:alpha val="7000"/>
                </a:schemeClr>
              </a:gs>
              <a:gs pos="58000">
                <a:schemeClr val="bg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 rot="17656910">
            <a:off x="-274211" y="1165875"/>
            <a:ext cx="5538472" cy="4480459"/>
          </a:xfrm>
          <a:prstGeom prst="ellipse">
            <a:avLst/>
          </a:prstGeom>
          <a:gradFill flip="none" rotWithShape="1">
            <a:gsLst>
              <a:gs pos="0">
                <a:schemeClr val="accent6">
                  <a:lumMod val="60000"/>
                  <a:lumOff val="40000"/>
                  <a:alpha val="8000"/>
                </a:schemeClr>
              </a:gs>
              <a:gs pos="58000">
                <a:schemeClr val="bg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 rot="19724275">
            <a:off x="3277955" y="116854"/>
            <a:ext cx="6479362" cy="4754757"/>
          </a:xfrm>
          <a:prstGeom prst="ellipse">
            <a:avLst/>
          </a:prstGeom>
          <a:gradFill flip="none" rotWithShape="1">
            <a:gsLst>
              <a:gs pos="0">
                <a:schemeClr val="accent6">
                  <a:lumMod val="60000"/>
                  <a:lumOff val="40000"/>
                  <a:alpha val="8000"/>
                </a:schemeClr>
              </a:gs>
              <a:gs pos="58000">
                <a:schemeClr val="bg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7240" y="4876800"/>
            <a:ext cx="7543800" cy="9144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33600" y="685801"/>
            <a:ext cx="6096000" cy="36575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172200" y="615473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100">
                <a:solidFill>
                  <a:schemeClr val="tx1">
                    <a:alpha val="60000"/>
                  </a:schemeClr>
                </a:solidFill>
                <a:effectLst/>
              </a:defRPr>
            </a:lvl1pPr>
          </a:lstStyle>
          <a:p>
            <a:fld id="{B98FFCA9-548A-4F12-8046-46EAF7E926FB}" type="datetimeFigureOut">
              <a:rPr lang="he-IL" smtClean="0"/>
              <a:t>א'/טבת/תשפ"ו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22960" y="6154738"/>
            <a:ext cx="45720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>
                <a:solidFill>
                  <a:schemeClr val="tx1">
                    <a:alpha val="60000"/>
                  </a:schemeClr>
                </a:solidFill>
                <a:effectLst/>
              </a:defRPr>
            </a:lvl1pPr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2960" y="5842000"/>
            <a:ext cx="2133600" cy="304800"/>
          </a:xfrm>
          <a:prstGeom prst="rect">
            <a:avLst/>
          </a:prstGeom>
        </p:spPr>
        <p:txBody>
          <a:bodyPr vert="horz" lIns="91440" tIns="45720" rIns="91440" bIns="9144" rtlCol="0" anchor="b"/>
          <a:lstStyle>
            <a:lvl1pPr algn="l">
              <a:defRPr sz="1600">
                <a:solidFill>
                  <a:schemeClr val="tx1">
                    <a:alpha val="60000"/>
                  </a:schemeClr>
                </a:solidFill>
                <a:effectLst/>
              </a:defRPr>
            </a:lvl1pPr>
          </a:lstStyle>
          <a:p>
            <a:fld id="{6041ED16-3256-478A-BE62-1AF055CF45E9}" type="slidenum">
              <a:rPr lang="he-IL" smtClean="0"/>
              <a:t>‹#›</a:t>
            </a:fld>
            <a:endParaRPr lang="he-IL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914400" rtl="1" eaLnBrk="1" latinLnBrk="0" hangingPunct="1">
        <a:spcBef>
          <a:spcPct val="0"/>
        </a:spcBef>
        <a:buNone/>
        <a:defRPr sz="4900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j-lt"/>
          <a:ea typeface="+mj-ea"/>
          <a:cs typeface="+mj-cs"/>
        </a:defRPr>
      </a:lvl1pPr>
      <a:lvl2pPr rtl="1" eaLnBrk="1" hangingPunct="1">
        <a:defRPr>
          <a:solidFill>
            <a:schemeClr val="tx2"/>
          </a:solidFill>
        </a:defRPr>
      </a:lvl2pPr>
      <a:lvl3pPr rtl="1" eaLnBrk="1" hangingPunct="1">
        <a:defRPr>
          <a:solidFill>
            <a:schemeClr val="tx2"/>
          </a:solidFill>
        </a:defRPr>
      </a:lvl3pPr>
      <a:lvl4pPr rtl="1" eaLnBrk="1" hangingPunct="1">
        <a:defRPr>
          <a:solidFill>
            <a:schemeClr val="tx2"/>
          </a:solidFill>
        </a:defRPr>
      </a:lvl4pPr>
      <a:lvl5pPr rtl="1" eaLnBrk="1" hangingPunct="1">
        <a:defRPr>
          <a:solidFill>
            <a:schemeClr val="tx2"/>
          </a:solidFill>
        </a:defRPr>
      </a:lvl5pPr>
      <a:lvl6pPr rtl="1" eaLnBrk="1" hangingPunct="1">
        <a:defRPr>
          <a:solidFill>
            <a:schemeClr val="tx2"/>
          </a:solidFill>
        </a:defRPr>
      </a:lvl6pPr>
      <a:lvl7pPr rtl="1" eaLnBrk="1" hangingPunct="1">
        <a:defRPr>
          <a:solidFill>
            <a:schemeClr val="tx2"/>
          </a:solidFill>
        </a:defRPr>
      </a:lvl7pPr>
      <a:lvl8pPr rtl="1" eaLnBrk="1" hangingPunct="1">
        <a:defRPr>
          <a:solidFill>
            <a:schemeClr val="tx2"/>
          </a:solidFill>
        </a:defRPr>
      </a:lvl8pPr>
      <a:lvl9pPr rtl="1" eaLnBrk="1" hangingPunct="1">
        <a:defRPr>
          <a:solidFill>
            <a:schemeClr val="tx2"/>
          </a:solidFill>
        </a:defRPr>
      </a:lvl9pPr>
    </p:titleStyle>
    <p:bodyStyle>
      <a:lvl1pPr marL="274320" indent="-256032" algn="r" defTabSz="914400" rtl="1" eaLnBrk="1" latinLnBrk="0" hangingPunct="1">
        <a:spcBef>
          <a:spcPct val="20000"/>
        </a:spcBef>
        <a:spcAft>
          <a:spcPts val="0"/>
        </a:spcAft>
        <a:buSzPct val="60000"/>
        <a:buFont typeface="Wingdings" pitchFamily="2" charset="2"/>
        <a:buChar char=""/>
        <a:defRPr sz="2100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1pPr>
      <a:lvl2pPr marL="640080" indent="-256032" algn="r" defTabSz="914400" rtl="1" eaLnBrk="1" latinLnBrk="0" hangingPunct="1">
        <a:spcBef>
          <a:spcPct val="20000"/>
        </a:spcBef>
        <a:buSzPct val="60000"/>
        <a:buFont typeface="Wingdings" pitchFamily="2" charset="2"/>
        <a:buChar char=""/>
        <a:defRPr sz="1900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2pPr>
      <a:lvl3pPr marL="1005840" indent="-256032" algn="r" defTabSz="914400" rtl="1" eaLnBrk="1" latinLnBrk="0" hangingPunct="1">
        <a:spcBef>
          <a:spcPct val="20000"/>
        </a:spcBef>
        <a:buSzPct val="60000"/>
        <a:buFont typeface="Wingdings" pitchFamily="2" charset="2"/>
        <a:buChar char=""/>
        <a:defRPr sz="1700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3pPr>
      <a:lvl4pPr marL="1371600" indent="-256032" algn="r" defTabSz="914400" rtl="1" eaLnBrk="1" latinLnBrk="0" hangingPunct="1">
        <a:spcBef>
          <a:spcPct val="20000"/>
        </a:spcBef>
        <a:buSzPct val="60000"/>
        <a:buFont typeface="Wingdings" pitchFamily="2" charset="2"/>
        <a:buChar char=""/>
        <a:defRPr sz="1600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4pPr>
      <a:lvl5pPr marL="1645920" indent="-256032" algn="r" defTabSz="914400" rtl="1" eaLnBrk="1" latinLnBrk="0" hangingPunct="1">
        <a:spcBef>
          <a:spcPct val="20000"/>
        </a:spcBef>
        <a:buSzPct val="60000"/>
        <a:buFont typeface="Wingdings" pitchFamily="2" charset="2"/>
        <a:buChar char=""/>
        <a:defRPr sz="1500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5pPr>
      <a:lvl6pPr marL="1965960" indent="-256032" algn="r" defTabSz="914400" rtl="1" eaLnBrk="1" latinLnBrk="0" hangingPunct="1">
        <a:spcBef>
          <a:spcPct val="20000"/>
        </a:spcBef>
        <a:buSzPct val="60000"/>
        <a:buFont typeface="Wingdings" pitchFamily="2" charset="2"/>
        <a:buChar char=""/>
        <a:defRPr sz="1400" kern="1200">
          <a:solidFill>
            <a:schemeClr val="tx1"/>
          </a:solidFill>
          <a:effectLst>
            <a:outerShdw blurRad="38100" dist="38100" dir="2700000" algn="ctr" rotWithShape="0">
              <a:srgbClr val="000000">
                <a:alpha val="43000"/>
              </a:srgbClr>
            </a:outerShdw>
          </a:effectLst>
          <a:latin typeface="+mn-lt"/>
          <a:ea typeface="+mn-ea"/>
          <a:cs typeface="+mn-cs"/>
        </a:defRPr>
      </a:lvl6pPr>
      <a:lvl7pPr marL="2240280" indent="-256032" algn="r" defTabSz="914400" rtl="1" eaLnBrk="1" latinLnBrk="0" hangingPunct="1">
        <a:spcBef>
          <a:spcPct val="20000"/>
        </a:spcBef>
        <a:buSzPct val="60000"/>
        <a:buFont typeface="Wingdings" pitchFamily="2" charset="2"/>
        <a:buChar char=""/>
        <a:defRPr sz="1400" kern="1200">
          <a:solidFill>
            <a:schemeClr val="tx1"/>
          </a:solidFill>
          <a:effectLst>
            <a:outerShdw blurRad="38100" dist="38100" dir="2700000" algn="ctr" rotWithShape="0">
              <a:srgbClr val="000000">
                <a:alpha val="43000"/>
              </a:srgbClr>
            </a:outerShdw>
          </a:effectLst>
          <a:latin typeface="+mn-lt"/>
          <a:ea typeface="+mn-ea"/>
          <a:cs typeface="+mn-cs"/>
        </a:defRPr>
      </a:lvl7pPr>
      <a:lvl8pPr marL="2514600" indent="-256032" algn="r" defTabSz="914400" rtl="1" eaLnBrk="1" latinLnBrk="0" hangingPunct="1">
        <a:spcBef>
          <a:spcPct val="20000"/>
        </a:spcBef>
        <a:buSzPct val="60000"/>
        <a:buFont typeface="Wingdings" pitchFamily="2" charset="2"/>
        <a:buChar char=""/>
        <a:defRPr sz="1400" kern="1200">
          <a:solidFill>
            <a:schemeClr val="tx1"/>
          </a:solidFill>
          <a:effectLst>
            <a:outerShdw blurRad="38100" dist="38100" dir="2700000" algn="ctr" rotWithShape="0">
              <a:srgbClr val="000000">
                <a:alpha val="43000"/>
              </a:srgbClr>
            </a:outerShdw>
          </a:effectLst>
          <a:latin typeface="+mn-lt"/>
          <a:ea typeface="+mn-ea"/>
          <a:cs typeface="+mn-cs"/>
        </a:defRPr>
      </a:lvl8pPr>
      <a:lvl9pPr marL="2834640" indent="-256032" algn="r" defTabSz="914400" rtl="1" eaLnBrk="1" latinLnBrk="0" hangingPunct="1">
        <a:spcBef>
          <a:spcPct val="20000"/>
        </a:spcBef>
        <a:buSzPct val="60000"/>
        <a:buFont typeface="Wingdings" pitchFamily="2" charset="2"/>
        <a:buChar char=""/>
        <a:defRPr sz="1400" kern="1200">
          <a:solidFill>
            <a:schemeClr val="tx1"/>
          </a:solidFill>
          <a:effectLst>
            <a:outerShdw blurRad="38100" dist="38100" dir="2700000" algn="ctr" rotWithShape="0">
              <a:srgbClr val="000000">
                <a:alpha val="43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Docker</a:t>
            </a:r>
            <a:endParaRPr lang="he-IL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81200" y="4038600"/>
            <a:ext cx="6172200" cy="685800"/>
          </a:xfrm>
        </p:spPr>
        <p:txBody>
          <a:bodyPr/>
          <a:lstStyle/>
          <a:p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6348383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152400" y="304800"/>
            <a:ext cx="7543800" cy="78105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1" eaLnBrk="1" latinLnBrk="0" hangingPunct="1">
              <a:spcBef>
                <a:spcPct val="0"/>
              </a:spcBef>
              <a:buNone/>
              <a:defRPr sz="49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rtl="1" eaLnBrk="1" hangingPunct="1">
              <a:defRPr>
                <a:solidFill>
                  <a:schemeClr val="tx2"/>
                </a:solidFill>
              </a:defRPr>
            </a:lvl2pPr>
            <a:lvl3pPr rtl="1" eaLnBrk="1" hangingPunct="1">
              <a:defRPr>
                <a:solidFill>
                  <a:schemeClr val="tx2"/>
                </a:solidFill>
              </a:defRPr>
            </a:lvl3pPr>
            <a:lvl4pPr rtl="1" eaLnBrk="1" hangingPunct="1">
              <a:defRPr>
                <a:solidFill>
                  <a:schemeClr val="tx2"/>
                </a:solidFill>
              </a:defRPr>
            </a:lvl4pPr>
            <a:lvl5pPr rtl="1" eaLnBrk="1" hangingPunct="1">
              <a:defRPr>
                <a:solidFill>
                  <a:schemeClr val="tx2"/>
                </a:solidFill>
              </a:defRPr>
            </a:lvl5pPr>
            <a:lvl6pPr rtl="1" eaLnBrk="1" hangingPunct="1">
              <a:defRPr>
                <a:solidFill>
                  <a:schemeClr val="tx2"/>
                </a:solidFill>
              </a:defRPr>
            </a:lvl6pPr>
            <a:lvl7pPr rtl="1" eaLnBrk="1" hangingPunct="1">
              <a:defRPr>
                <a:solidFill>
                  <a:schemeClr val="tx2"/>
                </a:solidFill>
              </a:defRPr>
            </a:lvl7pPr>
            <a:lvl8pPr rtl="1" eaLnBrk="1" hangingPunct="1">
              <a:defRPr>
                <a:solidFill>
                  <a:schemeClr val="tx2"/>
                </a:solidFill>
              </a:defRPr>
            </a:lvl8pPr>
            <a:lvl9pPr rtl="1"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smtClean="0"/>
              <a:t>Optimize Docker image size</a:t>
            </a:r>
            <a:endParaRPr lang="he-IL" sz="3200" dirty="0"/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685800" y="1524000"/>
            <a:ext cx="61722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55000" lnSpcReduction="20000"/>
          </a:bodyPr>
          <a:lstStyle>
            <a:lvl1pPr marL="274320" indent="-256032" algn="r" defTabSz="914400" rtl="1" eaLnBrk="1" latinLnBrk="0" hangingPunct="1">
              <a:spcBef>
                <a:spcPct val="20000"/>
              </a:spcBef>
              <a:spcAft>
                <a:spcPts val="0"/>
              </a:spcAft>
              <a:buSzPct val="60000"/>
              <a:buFont typeface="Wingdings" pitchFamily="2" charset="2"/>
              <a:buChar char=""/>
              <a:defRPr sz="21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640080" indent="-256032" algn="r" defTabSz="914400" rtl="1" eaLnBrk="1" latinLnBrk="0" hangingPunct="1">
              <a:spcBef>
                <a:spcPct val="20000"/>
              </a:spcBef>
              <a:buSzPct val="60000"/>
              <a:buFont typeface="Wingdings" pitchFamily="2" charset="2"/>
              <a:buChar char=""/>
              <a:defRPr sz="19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05840" indent="-256032" algn="r" defTabSz="914400" rtl="1" eaLnBrk="1" latinLnBrk="0" hangingPunct="1">
              <a:spcBef>
                <a:spcPct val="20000"/>
              </a:spcBef>
              <a:buSzPct val="60000"/>
              <a:buFont typeface="Wingdings" pitchFamily="2" charset="2"/>
              <a:buChar char=""/>
              <a:defRPr sz="17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-256032" algn="r" defTabSz="914400" rtl="1" eaLnBrk="1" latinLnBrk="0" hangingPunct="1">
              <a:spcBef>
                <a:spcPct val="20000"/>
              </a:spcBef>
              <a:buSzPct val="60000"/>
              <a:buFont typeface="Wingdings" pitchFamily="2" charset="2"/>
              <a:buChar char=""/>
              <a:defRPr sz="16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45920" indent="-256032" algn="r" defTabSz="914400" rtl="1" eaLnBrk="1" latinLnBrk="0" hangingPunct="1">
              <a:spcBef>
                <a:spcPct val="20000"/>
              </a:spcBef>
              <a:buSzPct val="60000"/>
              <a:buFont typeface="Wingdings" pitchFamily="2" charset="2"/>
              <a:buChar char=""/>
              <a:defRPr sz="15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1965960" indent="-256032" algn="r" defTabSz="914400" rtl="1" eaLnBrk="1" latinLnBrk="0" hangingPunct="1">
              <a:spcBef>
                <a:spcPct val="20000"/>
              </a:spcBef>
              <a:buSzPct val="60000"/>
              <a:buFont typeface="Wingdings" pitchFamily="2" charset="2"/>
              <a:buChar char=""/>
              <a:defRPr sz="1400" kern="1200">
                <a:solidFill>
                  <a:schemeClr val="tx1"/>
                </a:solidFill>
                <a:effectLst>
                  <a:outerShdw blurRad="38100" dist="38100" dir="2700000" algn="ctr" rotWithShape="0">
                    <a:srgbClr val="000000">
                      <a:alpha val="43000"/>
                    </a:srgbClr>
                  </a:outerShdw>
                </a:effectLst>
                <a:latin typeface="+mn-lt"/>
                <a:ea typeface="+mn-ea"/>
                <a:cs typeface="+mn-cs"/>
              </a:defRPr>
            </a:lvl6pPr>
            <a:lvl7pPr marL="2240280" indent="-256032" algn="r" defTabSz="914400" rtl="1" eaLnBrk="1" latinLnBrk="0" hangingPunct="1">
              <a:spcBef>
                <a:spcPct val="20000"/>
              </a:spcBef>
              <a:buSzPct val="60000"/>
              <a:buFont typeface="Wingdings" pitchFamily="2" charset="2"/>
              <a:buChar char=""/>
              <a:defRPr sz="1400" kern="1200">
                <a:solidFill>
                  <a:schemeClr val="tx1"/>
                </a:solidFill>
                <a:effectLst>
                  <a:outerShdw blurRad="38100" dist="38100" dir="2700000" algn="ctr" rotWithShape="0">
                    <a:srgbClr val="000000">
                      <a:alpha val="43000"/>
                    </a:srgbClr>
                  </a:outerShdw>
                </a:effectLst>
                <a:latin typeface="+mn-lt"/>
                <a:ea typeface="+mn-ea"/>
                <a:cs typeface="+mn-cs"/>
              </a:defRPr>
            </a:lvl7pPr>
            <a:lvl8pPr marL="2514600" indent="-256032" algn="r" defTabSz="914400" rtl="1" eaLnBrk="1" latinLnBrk="0" hangingPunct="1">
              <a:spcBef>
                <a:spcPct val="20000"/>
              </a:spcBef>
              <a:buSzPct val="60000"/>
              <a:buFont typeface="Wingdings" pitchFamily="2" charset="2"/>
              <a:buChar char=""/>
              <a:defRPr sz="1400" kern="1200">
                <a:solidFill>
                  <a:schemeClr val="tx1"/>
                </a:solidFill>
                <a:effectLst>
                  <a:outerShdw blurRad="38100" dist="38100" dir="2700000" algn="ctr" rotWithShape="0">
                    <a:srgbClr val="000000">
                      <a:alpha val="43000"/>
                    </a:srgbClr>
                  </a:outerShdw>
                </a:effectLst>
                <a:latin typeface="+mn-lt"/>
                <a:ea typeface="+mn-ea"/>
                <a:cs typeface="+mn-cs"/>
              </a:defRPr>
            </a:lvl8pPr>
            <a:lvl9pPr marL="2834640" indent="-256032" algn="r" defTabSz="914400" rtl="1" eaLnBrk="1" latinLnBrk="0" hangingPunct="1">
              <a:spcBef>
                <a:spcPct val="20000"/>
              </a:spcBef>
              <a:buSzPct val="60000"/>
              <a:buFont typeface="Wingdings" pitchFamily="2" charset="2"/>
              <a:buChar char=""/>
              <a:defRPr sz="1400" kern="1200">
                <a:solidFill>
                  <a:schemeClr val="tx1"/>
                </a:solidFill>
                <a:effectLst>
                  <a:outerShdw blurRad="38100" dist="38100" dir="2700000" algn="ctr" rotWithShape="0">
                    <a:srgbClr val="000000">
                      <a:alpha val="43000"/>
                    </a:srgb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42900" indent="-342900" rtl="0">
              <a:buFont typeface="Arial" pitchFamily="34" charset="0"/>
              <a:buChar char="•"/>
            </a:pPr>
            <a:r>
              <a:rPr lang="en-US" b="1" smtClean="0">
                <a:latin typeface="Arial Rounded MT Bold" pitchFamily="34" charset="0"/>
                <a:cs typeface="Aharoni" pitchFamily="2" charset="-79"/>
              </a:rPr>
              <a:t>FROM python:3.11-slim : </a:t>
            </a:r>
            <a:r>
              <a:rPr lang="en-US" smtClean="0">
                <a:latin typeface="Arial Rounded MT Bold" pitchFamily="34" charset="0"/>
                <a:cs typeface="Aharoni" pitchFamily="2" charset="-79"/>
              </a:rPr>
              <a:t>python:3.11-slim is optimized for production. It removes unnecessary tools and files, resulting in a much smaller image (often &lt;150MB). This makes your deployments faster and cheaper.</a:t>
            </a:r>
            <a:endParaRPr lang="he-IL" dirty="0">
              <a:latin typeface="Arial Rounded MT Bold" pitchFamily="34" charset="0"/>
              <a:cs typeface="Aharoni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63873290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lemental">
  <a:themeElements>
    <a:clrScheme name="Elemental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629DD1"/>
      </a:accent1>
      <a:accent2>
        <a:srgbClr val="297FD5"/>
      </a:accent2>
      <a:accent3>
        <a:srgbClr val="7F8FA9"/>
      </a:accent3>
      <a:accent4>
        <a:srgbClr val="4A66AC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Elemental">
      <a:maj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lemental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19800000"/>
            </a:lightRig>
          </a:scene3d>
          <a:sp3d prstMaterial="metal">
            <a:bevelT w="38100" h="3810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5000"/>
              </a:schemeClr>
            </a:gs>
            <a:gs pos="100000">
              <a:schemeClr val="phClr">
                <a:shade val="40000"/>
                <a:satMod val="18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14000"/>
                <a:satMod val="280000"/>
              </a:schemeClr>
              <a:schemeClr val="phClr">
                <a:tint val="60000"/>
                <a:satMod val="120000"/>
              </a:schemeClr>
            </a:duotone>
          </a:blip>
          <a:stretch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Elemental</Template>
  <TotalTime>4</TotalTime>
  <Words>40</Words>
  <Application>Microsoft Office PowerPoint</Application>
  <PresentationFormat>On-screen Show (4:3)</PresentationFormat>
  <Paragraphs>3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Elemental</vt:lpstr>
      <vt:lpstr>Docker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Docker</dc:title>
  <dc:creator>ori</dc:creator>
  <cp:lastModifiedBy>ori</cp:lastModifiedBy>
  <cp:revision>1</cp:revision>
  <dcterms:created xsi:type="dcterms:W3CDTF">2025-12-21T14:52:13Z</dcterms:created>
  <dcterms:modified xsi:type="dcterms:W3CDTF">2025-12-21T14:56:53Z</dcterms:modified>
</cp:coreProperties>
</file>